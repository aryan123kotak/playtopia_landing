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CB6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C5C5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FA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PLAYTOPIA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Walkthrough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645920" cy="54864"/>
          </a:xfrm>
          <a:prstGeom prst="rect">
            <a:avLst/>
          </a:prstGeom>
          <a:solidFill>
            <a:srgbClr val="F2207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A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First Board Game Festival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October 2026  |  4 PM - 10 PM  |  Dhruv Global School, Nande, Pune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Sections  |  Full-Page Screenshots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8869680" cy="4526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3152" cy="457200"/>
          </a:xfrm>
          <a:prstGeom prst="rect">
            <a:avLst/>
          </a:prstGeom>
          <a:solidFill>
            <a:srgbClr val="F22075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Hero Section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8869680" cy="4526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3152" cy="457200"/>
          </a:xfrm>
          <a:prstGeom prst="rect">
            <a:avLst/>
          </a:prstGeom>
          <a:solidFill>
            <a:srgbClr val="0CB6BF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What Is Playtopia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8869680" cy="4526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3152" cy="457200"/>
          </a:xfrm>
          <a:prstGeom prst="rect">
            <a:avLst/>
          </a:prstGeom>
          <a:solidFill>
            <a:srgbClr val="FC5C54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The Three Zones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8869680" cy="4526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3152" cy="457200"/>
          </a:xfrm>
          <a:prstGeom prst="rect">
            <a:avLst/>
          </a:prstGeom>
          <a:solidFill>
            <a:srgbClr val="FCAE20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Key Attractions — Jenga &amp; Twister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8869680" cy="4526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3152" cy="457200"/>
          </a:xfrm>
          <a:prstGeom prst="rect">
            <a:avLst/>
          </a:prstGeom>
          <a:solidFill>
            <a:srgbClr val="F22075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Key Attractions — Chess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8869680" cy="4526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3152" cy="457200"/>
          </a:xfrm>
          <a:prstGeom prst="rect">
            <a:avLst/>
          </a:prstGeom>
          <a:solidFill>
            <a:srgbClr val="0CB6BF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Communities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8869680" cy="4526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3152" cy="457200"/>
          </a:xfrm>
          <a:prstGeom prst="rect">
            <a:avLst/>
          </a:prstGeom>
          <a:solidFill>
            <a:srgbClr val="FC5C54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Who Is It For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8869680" cy="4526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3152" cy="457200"/>
          </a:xfrm>
          <a:prstGeom prst="rect">
            <a:avLst/>
          </a:prstGeom>
          <a:solidFill>
            <a:srgbClr val="FCAE20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Event Info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8869680" cy="4526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3152" cy="457200"/>
          </a:xfrm>
          <a:prstGeom prst="rect">
            <a:avLst/>
          </a:prstGeom>
          <a:solidFill>
            <a:srgbClr val="F22075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Final CTA &amp; Footer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2026-08-19T10:04:48Z</dcterms:created>
  <dcterms:modified xsi:type="dcterms:W3CDTF">2026-08-19T10:04:48Z</dcterms:modified>
</cp:coreProperties>
</file>